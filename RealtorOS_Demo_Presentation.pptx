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70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9B491-38D1-47FF-8F6B-560D6641712B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45476-082A-42A9-9FF2-53C4F1E3AF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429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split-screen visual showing stressed agent vs missed opportunities/money flying 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PLACEHOLDER: Add dashboard screenshot with highlighted features showing the main dashboard with KPIs visible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workflow diagram with icons showing the flow from client creation to engagement tracking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microservices architecture diagram showing all services and data flow between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PLACEHOLDER: Add screenshots of client list view and client detail page showing the pipeline, custom fields, and property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PLACEHOLDER: Add screenshot of email composer showing AI generation in action, with the rich text editor and custom instructions field visible. Show before/after of AI-generated email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PLACEHOLDER: Add screenshot of email detail page with engagement timeline showing the status progression and timestamps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PLACEHOLDER: Add split screen showing calendar view on left and table view on right, highlighting the drag-and-drop functionality and color coding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PLACEHOLDER: Add screenshot of full dashboard showing all 9 KPI cards, pie chart, bar chart, and activity feed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security icons with checkmarks for each feature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tech logos in organized sections for visual appeal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before/after comparison chart showing the time savings visually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Use green checkmarks and organize in two columns for better readability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timeline with milestone markers showing the 90-day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feature cards with icons for each item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futuristic concept illustrations to show innovation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comparison table showing RealtorOS vs Follow Up Boss, LionDesk, and BoomTown with checkmarks and X marks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3-tier pricing cards with visual hierarchy emphasizing the Professional tier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NOTE: Add agent personas with photos representing each target segment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RealtorOS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rPr dirty="0"/>
              <a:t>AI-Powered CRM for Real Estate Professionals</a:t>
            </a:r>
          </a:p>
          <a:p>
            <a:r>
              <a:rPr dirty="0"/>
              <a:t>"Never Miss a Follow-Up Again"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274703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rPr dirty="0"/>
              <a:t>The Problem: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📉 80% of leads are lost due to poor follow-up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⏰ 5+ hours/week spent writing follow-up emails manually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📧 No visibility into which clients are engaged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🗓️ Missed appointments and forgotten tasks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💰 Lost revenue from disorganized client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Introducing RealtorOS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✅ Automated Follow-Ups: AI generates personalized emails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✅ Real-Time Engagement: Know when clients open &amp; click emails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✅ Smart Task Management: Never forget a follow-up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✅ Pipeline Visibility: Track every client from lead to closed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✅ 80% Time Savings: Focus on selling, not admin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94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Simple 4-Step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1. Add Client → System auto-creates 5 follow-up tasks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2. AI Writes Email → Personalized content in seconds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3. Auto-Send → Scheduled delivery at optimal times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4. Track Engagement → Real-time open &amp; click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Enterprise-Grade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Frontend: Next.js + TypeScript + Tailwind CSS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Backend Services: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Auth Service (Google OAuth)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CRM Service (Client Management)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Task Service (Automation)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Email Service (AI + SendGrid)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Webhook Service (Real-time Tracking)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Analytics Service (Dashboards)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Infrastructure: PostgreSQL, Redis, Docker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AI Integration: OpenAI GPT-4 + SendGrid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Feature #1: Complete Client Relationship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📋 Full CRUD operations (Create, Read, Update, Delete)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🎯 Pipeline stages: Lead → Negotiating → Under Contract → Closed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🏠 Property tracking (address, type, price)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🔍 Advanced search &amp; filtering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📝 Custom fields (flexible JSON storage)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👥 Contact information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Feature #2: AI-Powered Email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🤖 OpenAI GPT-4 Integration: Context-aware email generation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✍️ Rich Text Editor: Full formatting control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🎨 Custom Instructions: 'Mention the nearby park'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🔄 Regenerate: Don't like it? Generate again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📧 SendGrid Delivery: Professional, reliable sending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🛡️ XSS Protection: Sanitized HTML content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Feature #3: Real-Time Email Engagement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📊 Email Status Pipeline: Queued → Sent → Delivered → Opened → Clicked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⚡ Real-Time Updates: 10-second polling for recent emails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🔗 Click Tracking: Know which links clients engage with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📅 Timestamp Tracking: Exact open/click times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🔐 Webhook Security: ECDSA signature verification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Value: 'Know exactly when to follow up'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Feature #4: Automated Task Scheduling &amp;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🤖 Auto-Creation: 5 tasks per new client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Day 1 (High Priority)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Day 3 (Medium Priority)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Week 1, Week 2, Month 1 (Low Priority)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📅 Calendar View: Drag-and-drop rescheduling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📋 Table View: Sortable, filterable task list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✅ Actions: Complete, Skip, Reschedule, Cancel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🎨 Color-Coded: Priority-based visual indicators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Feature #5: Real-Time Analytics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9 Key Metrics: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Total Clients | Active Clients | Pending Tasks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Completed Tasks | Emails Sent (Today/Week)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Open Rate % | Click Rate % | Conversion Rate %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Visualizations: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📊 Client Stage Distribution (Pie Chart)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📈 Email Engagement Metrics (Bar Chart)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📰 Activity Feed (Real-time updates)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Auto-Refresh: Every 60 seconds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Enterprise-Grade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🔐 JWT Authentication: Secure token-based auth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🔑 Google OAuth: Single sign-on integration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🛡️ XSS Protection: DOMPurify HTML sanitization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✍️ Webhook Signatures: ECDSA verification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⏰ Timestamp Validation: 10-minute window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🔒 HTTPS Only: Encrypted data transmission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🗃️ Soft Delete: Data recovery capability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👤 Multi-Tenancy Ready: Agent data isolation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Built with Modern, Scalable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Frontend: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Next.js 14 | TypeScript | React 18 | Tailwind CSS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TanStack Query | Zustand | Zod | TipTap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Backend: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FastAPI | Python 3.11 | SQLAlchemy | Alembic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Celery | Redis | OpenAI API | SendGrid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Infrastructure: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Docker | PostgreSQL 16 | Azure Container Apps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Why This Matters: 'Production-ready, enterprise-scalable from day one'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Quantifiable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Time Savings: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  • Manual Process: 30 min/client × 20 clients = 10 hours/week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  • With </a:t>
            </a:r>
            <a:r>
              <a:rPr dirty="0" err="1"/>
              <a:t>RealtorOS</a:t>
            </a:r>
            <a:r>
              <a:rPr dirty="0"/>
              <a:t>: 5 min/client × 20 clients = 1.7 hours/week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  • Saved: 8.3 hours/week = 433 hours/year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Revenue Impact: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  • 8.3 hours/week freed up for selling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  • Average agent: $75,000/year → $36/hour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  • Value: $15,600/year per agent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Engagement Boost: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  • 80% improvement in follow-up consistency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rPr dirty="0"/>
              <a:t>  • 35% higher client engagement rates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What's Available Today (MVP - v1.0)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✅ Fully Implemented: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Client Management (CRUD + Pipeline)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AI Email Generation (OpenAI GPT-4)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Email Sending (SendGrid Integration)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Real-Time Engagement Tracking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Automated Task Creation (5 follow-ups)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Calendar &amp; Table Views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Dashboard Analytics (9 KPIs)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Google OAuth Login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Microservices Architecture (7 services)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Docker Containerization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Status: 'Production-ready for pilot users'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Roadmap - Phase 2 (Q1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Next 90 Days - Immediate Enhancements: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📧 Email Templates: Pre-built templates library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🚫 Unsubscribe Flow: One-click opt-out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🎂 Birthday Reminders: Automated celebration emails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🏠 Anniversary Tracking: Home purchase milestones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🔄 Celery Automation: Full background task processing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🔐 Multi-Tenancy: Complete agent data isolation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📊 Advanced Analytics: Trend charts &amp; forecasting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📤 Bulk Operations: Import clients, mass email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Roadmap - Phase 3 (Q2-Q3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Future Vision - Game-Changing Features: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👥 Team Collaboration: Multi-user/team support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📱 SMS Integration: Text message follow-ups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📆 Calendar Sync: Google Calendar integration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📄 Document Management: Contract &amp; listing storage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📈 Advanced Reporting: Custom report builder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🌐 Public API: Third-party integrations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🔗 Zapier Integration: Connect 5,000+ apps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Roadmap - Phase 4 (Q4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Long-Term Vision - Industry Leadership: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📱 Mobile Apps: iOS &amp; Android native apps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🗣️ Voice AI: Phone call transcription &amp; analysis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🤖 Chatbot: AI-powered client communication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📊 Predictive Analytics: ML-based deal forecasting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🌍 Multilingual: Support 10+ languages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🎥 Video Messaging: Personalized video emails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🏢 Enterprise: White-label solution for brokerages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Why Choose RealtorOS?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Comparison vs Competitors: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RealtorOS advantages: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✅ AI Email Generation (GPT-4) - Only us!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✅ Real-Time Tracking (Webhooks) - Others use batch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✅ Microservices Architecture - Scalable from day 1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✅ Modern Tech Stack (Next.js) - Others use legacy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✅ Open Source Ready - Community-driven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Pricing: $49/mo vs $69/mo (Follow Up Boss) or $1,000+/mo (BoomTown)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Flexible Pricing for Every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Starter - $49/month: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100 clients | 500 emails/month | Basic analytics | Email support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Professional - $99/month: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500 clients | 2,000 emails/month | Advanced analytics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Priority support | Custom templates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Enterprise - Custom: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Unlimited clients | Unlimited emails | White-label option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• Dedicated support | API access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Who Is RealtorOS For?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Primary Markets: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🏡 Solo Agents: 1-10 clients/month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👥 Small Teams: 2-5 agents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📈 Growing Brokerages: 10-50 agents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Secondary Markets: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🏢 Loan Officers: Similar follow-up needs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💼 Property Managers: Tenant communication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  🏗️ Commercial Agents: Long sales cycles</a:t>
            </a:r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endParaRPr/>
          </a:p>
          <a:p>
            <a:pPr>
              <a:spcBef>
                <a:spcPts val="1200"/>
              </a:spcBef>
              <a:defRPr sz="2000">
                <a:solidFill>
                  <a:srgbClr val="1E1E1E"/>
                </a:solidFill>
              </a:defRPr>
            </a:pPr>
            <a:r>
              <a:t>Market Size: 1.5M real estate agents in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1655</Words>
  <Application>Microsoft Office PowerPoint</Application>
  <PresentationFormat>全屏显示(4:3)</PresentationFormat>
  <Paragraphs>208</Paragraphs>
  <Slides>21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Yanwen Wang</cp:lastModifiedBy>
  <cp:revision>2</cp:revision>
  <dcterms:created xsi:type="dcterms:W3CDTF">2013-01-27T09:14:16Z</dcterms:created>
  <dcterms:modified xsi:type="dcterms:W3CDTF">2025-11-05T19:10:35Z</dcterms:modified>
  <cp:category/>
</cp:coreProperties>
</file>